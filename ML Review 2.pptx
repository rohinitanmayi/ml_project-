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70" autoAdjust="0"/>
    <p:restoredTop sz="95033" autoAdjust="0"/>
  </p:normalViewPr>
  <p:slideViewPr>
    <p:cSldViewPr snapToGrid="0" snapToObjects="1">
      <p:cViewPr varScale="1">
        <p:scale>
          <a:sx n="56" d="100"/>
          <a:sy n="56" d="100"/>
        </p:scale>
        <p:origin x="475" y="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13-08-2026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13-08-2026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13-08-2026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13-08-2026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13-08-2026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13-08-2026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13-08-2026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13-08-2026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300399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  <a:t>Customer Behaviour Data Visualization Using PCA and t-SNE</a:t>
            </a: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Mr.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 err="1">
                <a:solidFill>
                  <a:srgbClr val="00B050"/>
                </a:solidFill>
              </a:rPr>
              <a:t>Shaik Asif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Assitant</a:t>
            </a:r>
            <a:r>
              <a:rPr lang="en-US" sz="2400" dirty="0">
                <a:solidFill>
                  <a:srgbClr val="00B050"/>
                </a:solidFill>
              </a:rPr>
              <a:t>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982844"/>
              </p:ext>
            </p:extLst>
          </p:nvPr>
        </p:nvGraphicFramePr>
        <p:xfrm>
          <a:off x="2032000" y="1680962"/>
          <a:ext cx="8128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Dusi Rohini Tanmayi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2520030349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E-commerce platforms generate vast, high-dimensional customer interaction data — browsing patterns, purchase history, session duration, and product preferences — which is difficult to interpret directly since humans cannot visualize relationships beyond 3 dimensions. This project applies Principal Component Analysis (PCA) and t-Distributed Stochastic Neighbour Embedding (t-SNE) to reduce and visualize this data. PCA first provides a linear, variance-based overview; t-SNE then reveals non-linear local structure and natural clusters. The resulting visualizations expose four distinct customer segments — frequent buyers, occasional browsers, discount-driven shoppers, and high-value customers — supporting targeted marketing, personalization, and retention strategies. An interactive web interface (CustomerLens) was also built to classify new customers in real time using the learned segment profiles.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INTRODUCTION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0" indent="-228600"/>
            <a:r>
              <a:rPr lang="en-US" sz="2000" dirty="0"/>
              <a:t>E-commerce platforms generate high-dimensional customer data: browsing patterns, purchase history, session duration, and category preferences.</a:t>
            </a:r>
          </a:p>
          <a:p>
            <a:pPr marL="228600" lvl="0" indent="-228600"/>
            <a:r>
              <a:rPr lang="en-US" sz="2000" dirty="0"/>
              <a:t>Beyond 3 dimensions, humans cannot intuitively visualize relationships across features.</a:t>
            </a:r>
          </a:p>
          <a:p>
            <a:pPr marL="228600" lvl="0" indent="-228600"/>
            <a:r>
              <a:rPr lang="en-US" sz="2000" dirty="0"/>
              <a:t>Traditional aggregation and basic statistics fail to reveal natural customer groupings.</a:t>
            </a:r>
          </a:p>
          <a:p>
            <a:pPr marL="228600" lvl="0" indent="-228600"/>
            <a:r>
              <a:rPr lang="en-US" sz="2000" dirty="0"/>
              <a:t>This project applies PCA and t-SNE to transform raw behavioural data into an interpretable 2D visualization of customer segments.</a:t>
            </a:r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0" indent="-228600"/>
            <a:r>
              <a:rPr lang="en-US" sz="2000" dirty="0"/>
              <a:t>Direct inspection of many raw behavioural features, with no dimensionality reduction step.</a:t>
            </a:r>
          </a:p>
          <a:p>
            <a:pPr marL="228600" lvl="0" indent="-228600"/>
            <a:r>
              <a:rPr lang="en-US" sz="2000" dirty="0"/>
              <a:t>Reference: Wasilewski, Juszczyszyn &amp; Suryani (2024) cluster directly on raw high-dimensional session data across 5 algorithms.</a:t>
            </a:r>
          </a:p>
          <a:p>
            <a:pPr marL="228600" lvl="0" indent="-228600"/>
            <a:r>
              <a:rPr lang="en-US" sz="2000" dirty="0"/>
              <a:t>t-SNE used only as a post-hoc visualization aid, not as part of the working pipeline.</a:t>
            </a:r>
          </a:p>
          <a:p>
            <a:pPr marL="228600" lvl="0" indent="-228600"/>
            <a:r>
              <a:rPr lang="en-US" sz="2000" dirty="0"/>
              <a:t>No interactive tool to classify a new customer using the learned segments.</a:t>
            </a:r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0" indent="-228600"/>
            <a:r>
              <a:rPr lang="en-US" sz="2200" dirty="0"/>
              <a:t>Customer behavioural data spans many correlated, high-dimensional features.</a:t>
            </a:r>
          </a:p>
          <a:p>
            <a:pPr marL="228600" lvl="0" indent="-228600"/>
            <a:r>
              <a:rPr lang="en-US" sz="2200" dirty="0"/>
              <a:t>Raw-feature clustering is noisy, computationally heavier, and harder to visualize meaningfully.</a:t>
            </a:r>
          </a:p>
          <a:p>
            <a:pPr marL="228600" lvl="0" indent="-228600"/>
            <a:r>
              <a:rPr lang="en-US" sz="2200" dirty="0"/>
              <a:t>Businesses need a compact, interpretable view of customer segments to act on: targeted marketing, retention, personalization.</a:t>
            </a:r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0" indent="-228600"/>
            <a:r>
              <a:rPr lang="en-US" sz="1900" dirty="0"/>
              <a:t>Standardize and preprocess all behavioural features (cleaning, encoding, scaling).</a:t>
            </a:r>
          </a:p>
          <a:p>
            <a:pPr marL="228600" lvl="0" indent="-228600"/>
            <a:r>
              <a:rPr lang="en-US" sz="1900" dirty="0"/>
              <a:t>Apply PCA first to reduce dimensionality and remove redundancy/noise before clustering.</a:t>
            </a:r>
          </a:p>
          <a:p>
            <a:pPr marL="228600" lvl="0" indent="-228600"/>
            <a:r>
              <a:rPr lang="en-US" sz="1900" dirty="0"/>
              <a:t>Apply t-SNE on the PCA-reduced space to reveal non-linear local cluster structure.</a:t>
            </a:r>
          </a:p>
          <a:p>
            <a:pPr marL="228600" lvl="0" indent="-228600"/>
            <a:r>
              <a:rPr lang="en-US" sz="1900" dirty="0"/>
              <a:t>Run KMeans to assign business-meaningful segment labels.</a:t>
            </a:r>
          </a:p>
          <a:p>
            <a:pPr marL="228600" lvl="0" indent="-228600"/>
            <a:r>
              <a:rPr lang="en-US" sz="1900" dirty="0"/>
              <a:t>Contribution beyond the reference paper: PCA precedes clustering (not raw features), and an interactive web predictor classifies new customers in real time.</a:t>
            </a:r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0" indent="-228600"/>
            <a:r>
              <a:rPr lang="en-US" sz="2100" dirty="0"/>
              <a:t>Clean and preprocess raw e-commerce customer behaviour data.</a:t>
            </a:r>
          </a:p>
          <a:p>
            <a:pPr marL="228600" lvl="0" indent="-228600"/>
            <a:r>
              <a:rPr lang="en-US" sz="2100" dirty="0"/>
              <a:t>Reduce dimensionality using PCA while retaining ~90% variance.</a:t>
            </a:r>
          </a:p>
          <a:p>
            <a:pPr marL="228600" lvl="0" indent="-228600"/>
            <a:r>
              <a:rPr lang="en-US" sz="2100" dirty="0"/>
              <a:t>Visualize customer structure in 2D using t-SNE.</a:t>
            </a:r>
          </a:p>
          <a:p>
            <a:pPr marL="228600" lvl="0" indent="-228600"/>
            <a:r>
              <a:rPr lang="en-US" sz="2100" dirty="0"/>
              <a:t>Cluster customers into actionable, business-interpretable segments.</a:t>
            </a:r>
          </a:p>
          <a:p>
            <a:pPr marL="228600" lvl="0" indent="-228600"/>
            <a:r>
              <a:rPr lang="en-US" sz="2100" dirty="0"/>
              <a:t>Build an interactive interface to classify new customers and recommend marketing actions.</a:t>
            </a:r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CCCA-2419-39FC-4F64-F44FEFF22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0" indent="-228600"/>
            <a:r>
              <a:rPr lang="en-US" sz="2000" dirty="0"/>
              <a:t>Data Ingestion &amp; Cleaning — load CSV, handle missing values via median imputation.</a:t>
            </a:r>
          </a:p>
          <a:p>
            <a:pPr marL="228600" lvl="0" indent="-228600"/>
            <a:r>
              <a:rPr lang="en-US" sz="2000" dirty="0"/>
              <a:t>Feature Engineering — one-hot encode categorical features, standardize all features.</a:t>
            </a:r>
          </a:p>
          <a:p>
            <a:pPr marL="228600" lvl="0" indent="-228600"/>
            <a:r>
              <a:rPr lang="en-US" sz="2000" dirty="0"/>
              <a:t>Dimensionality Reduction — PCA (90% variance) followed by t-SNE (2D embedding).</a:t>
            </a:r>
          </a:p>
          <a:p>
            <a:pPr marL="228600" lvl="0" indent="-228600"/>
            <a:r>
              <a:rPr lang="en-US" sz="2000" dirty="0"/>
              <a:t>Clustering — KMeans (k=4) with silhouette-score validation.</a:t>
            </a:r>
          </a:p>
          <a:p>
            <a:pPr marL="228600" lvl="0" indent="-228600"/>
            <a:r>
              <a:rPr lang="en-US" sz="2000" dirty="0"/>
              <a:t>Visualization &amp; Interface — EDA charts, cluster plots, and the CustomerLens interactive predictor website.</a:t>
            </a:r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0" indent="-228600"/>
            <a:r>
              <a:rPr lang="en-US" sz="2200" dirty="0"/>
              <a:t>Programming Language: Python 3.x</a:t>
            </a:r>
          </a:p>
          <a:p>
            <a:pPr marL="228600" lvl="0" indent="-228600"/>
            <a:r>
              <a:rPr lang="en-US" sz="2200" dirty="0"/>
              <a:t>Libraries: Scikit-learn, Pandas, NumPy, Matplotlib, Seaborn</a:t>
            </a:r>
          </a:p>
          <a:p>
            <a:pPr marL="228600" lvl="0" indent="-228600"/>
            <a:r>
              <a:rPr lang="en-US" sz="2200" dirty="0"/>
              <a:t>Development Environment: Jupyter Notebook / Google Colab</a:t>
            </a:r>
          </a:p>
          <a:p>
            <a:pPr marL="228600" lvl="0" indent="-228600"/>
            <a:r>
              <a:rPr lang="en-US" sz="2200" dirty="0"/>
              <a:t>Dataset: E-commerce customer behaviour dataset (CSV format)</a:t>
            </a:r>
          </a:p>
          <a:p>
            <a:pPr marL="228600" lvl="0" indent="-228600"/>
            <a:r>
              <a:rPr lang="en-US" sz="2200" dirty="0"/>
              <a:t>Interface: HTML/CSS/JavaScript (CustomerLens web predictor)</a:t>
            </a:r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sp>
        <p:nvSpPr>
          <p:cNvPr id="20" name="Content Placeholder 19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0" indent="-228600"/>
            <a:r>
              <a:rPr lang="en-US" sz="2000" dirty="0"/>
              <a:t>PCA (90% variance in 8 components) combined with t-SNE revealed four clearly separated, interpretable customer segments.</a:t>
            </a:r>
          </a:p>
          <a:p>
            <a:pPr marL="228600" lvl="0" indent="-228600"/>
            <a:r>
              <a:rPr lang="en-US" sz="2000" dirty="0"/>
              <a:t>Frequent Buyers, Occasional Browsers, Discount-Driven Shoppers, and High-Value Customers each map to distinct marketing actions.</a:t>
            </a:r>
          </a:p>
          <a:p>
            <a:pPr marL="228600" lvl="0" indent="-228600"/>
            <a:r>
              <a:rPr lang="en-US" sz="2000" dirty="0"/>
              <a:t>The pipeline improves on prior work by applying PCA before clustering, and by delivering an interactive prediction interface.</a:t>
            </a:r>
          </a:p>
          <a:p>
            <a:pPr marL="228600" lvl="0" indent="-228600"/>
            <a:r>
              <a:rPr lang="en-US" sz="2000" dirty="0"/>
              <a:t>Future Scope: validate on a real-world public dataset, extend to 3D t-SNE, and integrate live recommendation logic into the interface.</a:t>
            </a:r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8233</TotalTime>
  <Words>112</Words>
  <Application>Microsoft Office PowerPoint</Application>
  <PresentationFormat>Widescreen</PresentationFormat>
  <Paragraphs>64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 1st  REVIEW  Distributed Video Anomaly Detection in Large-Scale Surveillance Systems Using HDFS and Cluster-Visualized Federated CNN–LSTM Models </vt:lpstr>
      <vt:lpstr>GROUP NUMBER:1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IT Manager KLH BMP Campus .</cp:lastModifiedBy>
  <cp:revision>93</cp:revision>
  <dcterms:created xsi:type="dcterms:W3CDTF">2022-05-20T10:20:31Z</dcterms:created>
  <dcterms:modified xsi:type="dcterms:W3CDTF">2026-08-13T08:15:35Z</dcterms:modified>
</cp:coreProperties>
</file>